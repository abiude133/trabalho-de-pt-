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imes New Roman Bold" charset="1" panose="02020803070505020304"/>
      <p:regular r:id="rId7"/>
    </p:embeddedFont>
    <p:embeddedFont>
      <p:font typeface="Times New Roman" charset="1" panose="020206030504050203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84331"/>
            <a:ext cx="3430488" cy="61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7"/>
              </a:lnSpc>
              <a:spcBef>
                <a:spcPct val="0"/>
              </a:spcBef>
            </a:pPr>
            <a:r>
              <a:rPr lang="en-US" b="true" sz="344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11. CONCLUSÃO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92683"/>
            <a:ext cx="15498795" cy="366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27"/>
              </a:lnSpc>
              <a:spcBef>
                <a:spcPct val="0"/>
              </a:spcBef>
            </a:pPr>
            <a:r>
              <a:rPr lang="en-US" sz="34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comparação entre a gestão manual e a digital demonstra que o uso da tecnologia aumenta a eficiência, a transparência e a precisão administrativa. No entanto, as ferramentas digitais devem ser acompanhadas de ética, honestidade, capacitação da equipe e constante prestação de contas. Com uma administração organizada, a igreja garante a boa utilização dos recursos e pode concentrar seus esforços em sua principal missão espiritual e social.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DAHYp0K3FCs</dc:identifier>
  <dcterms:modified xsi:type="dcterms:W3CDTF">2011-08-01T06:04:30Z</dcterms:modified>
  <cp:revision>1</cp:revision>
  <dc:title>Times New Roman</dc:title>
</cp:coreProperties>
</file>